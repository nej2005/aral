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– the process by which green plants use sunlight to synthesize food from carbon dioxide and water.</a:t>
            </a:r>
          </a:p>
          <a:p>
            <a:r>
              <a:t>Chlorophyll – the green pigment in chloroplasts that absorbs light energy, mostly in the blue and red wavelengths.</a:t>
            </a:r>
          </a:p>
          <a:p>
            <a:r>
              <a:t>The chloroplast is the organelle where photosynthesis takes place.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Stomata – small pores on the underside of a leaf that allow carbon dioxide to enter and oxygen to leave.</a:t>
            </a:r>
          </a:p>
          <a:p>
            <a:r>
              <a:t>Transpiration – the loss of water vapor through the stomata of leaves.</a:t>
            </a:r>
          </a:p>
          <a:p>
            <a:r>
              <a:t>The light-dependent reactions take place in the thylakoid membranes of the chloroplast.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Calvin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Calvin cycle – the series of reactions in the stroma that use ATP and NADPH to convert carbon dioxide into glucose.</a:t>
            </a:r>
          </a:p>
          <a:p>
            <a:r>
              <a:t>Rubisco – the enzyme that fixes carbon dioxide during the Calvin cycle.</a:t>
            </a:r>
          </a:p>
          <a:p>
            <a:r>
              <a:t>RuBP – a five-carbon sugar that combines with carbon dioxide at the start of the Calvin cycle.</a:t>
            </a:r>
          </a:p>
          <a:p>
            <a:r>
              <a:t>The Calvin cycle produces one molecule of G3P for every three molecules of carbon dioxide fixed.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85800">
                <a:tc>
                  <a:txBody>
                    <a:bodyPr/>
                    <a:lstStyle/>
                    <a:p>
                      <a:r>
                        <a:t>Carotenoids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accessory pigments that absorb light in the blue-green range and give leaves yellow and orange colors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Thylakoid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membrane-bound sac inside the chloroplast where the light-dependent reactions occur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